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Disease to Medicine Prediction using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mini ML project using Keras and Label Encoding</a:t>
            </a:r>
          </a:p>
          <a:p>
            <a:r>
              <a:t>Presented by: [Your Name]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Goal: Predict the right medicine based on diagnosed disease.</a:t>
            </a:r>
          </a:p>
          <a:p>
            <a:r>
              <a:t>Why it matters:</a:t>
            </a:r>
          </a:p>
          <a:p>
            <a:r>
              <a:t>- Automates recommendations</a:t>
            </a:r>
          </a:p>
          <a:p>
            <a:r>
              <a:t>- Reduces manual effort</a:t>
            </a:r>
          </a:p>
          <a:p>
            <a:r>
              <a:t>- Useful for rural or remote healthcare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Description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CSV columns: Disease, Medicine</a:t>
            </a:r>
          </a:p>
          <a:p>
            <a:r>
              <a:t>Preprocessing:</a:t>
            </a:r>
          </a:p>
          <a:p>
            <a:r>
              <a:t>- Label Encoding of Disease and Medicine</a:t>
            </a:r>
          </a:p>
          <a:p>
            <a:r>
              <a:t>- Features: Disease -&gt; Encoded as number</a:t>
            </a:r>
          </a:p>
          <a:p>
            <a:r>
              <a:t>- Labels: Medicine -&gt; Encoded + one-hot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Feedforward Neural Network using Keras</a:t>
            </a:r>
          </a:p>
          <a:p>
            <a:r>
              <a:t>Layers:</a:t>
            </a:r>
          </a:p>
          <a:p>
            <a:r>
              <a:t>- Input: 1 neuron (disease)</a:t>
            </a:r>
          </a:p>
          <a:p>
            <a:r>
              <a:t>- Dense (16 units, ReLU)</a:t>
            </a:r>
          </a:p>
          <a:p>
            <a:r>
              <a:t>- Dense (16 units, ReLU)</a:t>
            </a:r>
          </a:p>
          <a:p>
            <a:r>
              <a:t>- Output: Softmax (number of medicines)</a:t>
            </a:r>
          </a:p>
          <a:p>
            <a:r>
              <a:t>Loss: categorical_crossentropy</a:t>
            </a:r>
          </a:p>
          <a:p>
            <a:r>
              <a:t>Optimizer: Adam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Training &amp;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Train/Test Split: 80/20</a:t>
            </a:r>
          </a:p>
          <a:p>
            <a:r>
              <a:t>Epochs: 30</a:t>
            </a:r>
          </a:p>
          <a:p>
            <a:r>
              <a:t>Accuracy: XX% (replace with actual)</a:t>
            </a:r>
          </a:p>
          <a:p>
            <a:r>
              <a:t>Observations:</a:t>
            </a:r>
          </a:p>
          <a:p>
            <a:r>
              <a:t>- Accuracy improved steadily over epochs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Saving &amp; Prediction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Model saved as model.h5</a:t>
            </a:r>
          </a:p>
          <a:p>
            <a:r>
              <a:t>Encoders saved using pickle</a:t>
            </a:r>
          </a:p>
          <a:p>
            <a:r>
              <a:t>Prediction Function:</a:t>
            </a:r>
          </a:p>
          <a:p>
            <a:r>
              <a:t>predict_medicine('flu') -&gt; 'Paracetamol'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&amp; 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ML can map disease to medicine effectively</a:t>
            </a:r>
          </a:p>
          <a:p>
            <a:r>
              <a:t>Future Scope:</a:t>
            </a:r>
          </a:p>
          <a:p>
            <a:r>
              <a:t>- Train on real medical datasets</a:t>
            </a:r>
          </a:p>
          <a:p>
            <a:r>
              <a:t>- Add image-based inputs</a:t>
            </a:r>
          </a:p>
          <a:p>
            <a:r>
              <a:t>- Use NLP for symptom-based diagnosis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